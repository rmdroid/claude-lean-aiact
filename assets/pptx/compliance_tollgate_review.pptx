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Act Compliance Tollgate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[AI System Name]</a:t>
            </a:r>
          </a:p>
          <a:p>
            <a:r>
              <a:t>[Phase] → [Next Phase]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Tollgate Criteria - [Phase Name]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Criterion 1: Completed</a:t>
            </a:r>
          </a:p>
          <a:p>
            <a:pPr/>
            <a:r>
              <a:t>✓ Criterion 2: Completed</a:t>
            </a:r>
          </a:p>
          <a:p>
            <a:pPr/>
            <a:r>
              <a:t>✗ Criterion 3: Outstanding</a:t>
            </a:r>
          </a:p>
          <a:p>
            <a:pPr lvl="1"/>
            <a:r>
              <a:t>Action: [Description]</a:t>
            </a:r>
          </a:p>
          <a:p>
            <a:pPr lvl="1"/>
            <a:r>
              <a:t>Owner: [Name]</a:t>
            </a:r>
          </a:p>
          <a:p>
            <a:pPr lvl="1"/>
            <a:r>
              <a:t>Due: [Date]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Summary (Art. 9)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Risks Identified: [N]</a:t>
            </a:r>
          </a:p>
          <a:p>
            <a:pPr/>
            <a:r>
              <a:t>Critical (RPN &gt; 400): [N]</a:t>
            </a:r>
          </a:p>
          <a:p>
            <a:pPr/>
            <a:r>
              <a:t>High (RPN 200-400): [N]</a:t>
            </a:r>
          </a:p>
          <a:p>
            <a:pPr/>
            <a:r>
              <a:t>Medium (RPN 100-200): [N]</a:t>
            </a:r>
          </a:p>
          <a:p>
            <a:pPr/>
            <a:r>
              <a:t>Top 3 Risks:</a:t>
            </a:r>
          </a:p>
          <a:p>
            <a:pPr lvl="1"/>
            <a:r>
              <a:t>1. [Risk Name] (RPN: [Value])</a:t>
            </a:r>
          </a:p>
          <a:p>
            <a:pPr lvl="1"/>
            <a:r>
              <a:t>2. [Risk Name] (RPN: [Value])</a:t>
            </a:r>
          </a:p>
          <a:p>
            <a:pPr lvl="1"/>
            <a:r>
              <a:t>3. [Risk Name] (RPN: [Value])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Tollgate 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Recommendation: [PASS / CONDITIONAL PASS / FAIL]</a:t>
            </a:r>
          </a:p>
          <a:p>
            <a:pPr/>
            <a:r>
              <a:t>Rationale:</a:t>
            </a:r>
          </a:p>
          <a:p>
            <a:pPr lvl="1"/>
            <a:r>
              <a:t>[Summary of key achievements]</a:t>
            </a:r>
          </a:p>
          <a:p>
            <a:pPr/>
            <a:r>
              <a:t>Next Steps:</a:t>
            </a:r>
          </a:p>
          <a:p>
            <a:pPr lvl="1"/>
            <a:r>
              <a:t>1. [Action item]</a:t>
            </a:r>
          </a:p>
          <a:p>
            <a:pPr lvl="1"/>
            <a:r>
              <a:t>2. [Action item]</a:t>
            </a:r>
          </a:p>
          <a:p>
            <a:pPr/>
            <a:r>
              <a:t>Approvals:</a:t>
            </a:r>
          </a:p>
          <a:p>
            <a:pPr lvl="1"/>
            <a:r>
              <a:t>Sponsor: ___________  Date: _______</a:t>
            </a:r>
          </a:p>
          <a:p>
            <a:pPr lvl="1"/>
            <a:r>
              <a:t>Risk Manager: ___________  Date: 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