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EU AI Act QMS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Quality Management System</a:t>
            </a:r>
          </a:p>
          <a:p>
            <a:r>
              <a:t>Art. 17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QMS Structure - Art. 17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Policies</a:t>
            </a:r>
          </a:p>
          <a:p>
            <a:pPr lvl="1"/>
            <a:r>
              <a:t>AI Development &amp; Deployment Policy</a:t>
            </a:r>
          </a:p>
          <a:p>
            <a:pPr/>
            <a:r>
              <a:t>2. Procedures (SOPs)</a:t>
            </a:r>
          </a:p>
          <a:p>
            <a:pPr lvl="1"/>
            <a:r>
              <a:t>Model Development Procedure</a:t>
            </a:r>
          </a:p>
          <a:p>
            <a:pPr lvl="1"/>
            <a:r>
              <a:t>Model Validation Procedure</a:t>
            </a:r>
          </a:p>
          <a:p>
            <a:pPr lvl="1"/>
            <a:r>
              <a:t>Incident Response Procedure</a:t>
            </a:r>
          </a:p>
          <a:p>
            <a:pPr/>
            <a:r>
              <a:t>3. Records &amp; Evidence</a:t>
            </a:r>
          </a:p>
          <a:p>
            <a:pPr lvl="1"/>
            <a:r>
              <a:t>Technical Documentation</a:t>
            </a:r>
          </a:p>
          <a:p>
            <a:pPr lvl="1"/>
            <a:r>
              <a:t>Test Reports, Validation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Governance Operating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Governance Board</a:t>
            </a:r>
          </a:p>
          <a:p>
            <a:pPr lvl="1"/>
            <a:r>
              <a:t>Chair: CTO/CDO</a:t>
            </a:r>
          </a:p>
          <a:p>
            <a:pPr lvl="1"/>
            <a:r>
              <a:t>Frequency: Monthly</a:t>
            </a:r>
          </a:p>
          <a:p>
            <a:pPr lvl="1"/>
            <a:r>
              <a:t>Decision Rights:</a:t>
            </a:r>
          </a:p>
          <a:p>
            <a:pPr lvl="2"/>
            <a:r>
              <a:t>Go/No-Go for High-Risk AI systems</a:t>
            </a:r>
          </a:p>
          <a:p>
            <a:pPr lvl="2"/>
            <a:r>
              <a:t>Mitigation strategy approval (RPN &gt; 400)</a:t>
            </a:r>
          </a:p>
          <a:p>
            <a:pPr lvl="2"/>
            <a:r>
              <a:t>Model deactivation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DMAIC Process for AI Act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Define: AI System Charter, Risk Classification</a:t>
            </a:r>
          </a:p>
          <a:p>
            <a:pPr/>
            <a:r>
              <a:t>Measure: Performance Baseline, Bias Assessment</a:t>
            </a:r>
          </a:p>
          <a:p>
            <a:pPr/>
            <a:r>
              <a:t>Analyze: AI-FMEA, Risk Register (Art. 9)</a:t>
            </a:r>
          </a:p>
          <a:p>
            <a:pPr/>
            <a:r>
              <a:t>Improve: Mitigation, QMS Implementation</a:t>
            </a:r>
          </a:p>
          <a:p>
            <a:pPr/>
            <a:r>
              <a:t>Control: Post-Market Monitoring (Art. 72)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