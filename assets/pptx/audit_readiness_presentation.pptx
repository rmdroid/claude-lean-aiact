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EU AI Act Audit Readiness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[AI System Name]</a:t>
            </a:r>
          </a:p>
          <a:p>
            <a:r>
              <a:t>Compliance Status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Art. 9 - Risikomanagement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✓ Kontinuierlicher, iterativer Prozess etabliert</a:t>
            </a:r>
          </a:p>
          <a:p>
            <a:pPr/>
            <a:r>
              <a:t>✓ Bekannte Risiken identifiziert (AI-FMEA)</a:t>
            </a:r>
          </a:p>
          <a:p>
            <a:pPr/>
            <a:r>
              <a:t>✓ Vorhersehbare Risiken bewertet</a:t>
            </a:r>
          </a:p>
          <a:p>
            <a:pPr/>
            <a:r>
              <a:t>✓ Risiken im vorgesehenen Einsatz geschätzt</a:t>
            </a:r>
          </a:p>
          <a:p>
            <a:pPr/>
            <a:r>
              <a:t>✓ Maßnahmen dokumentiert (Risk Register)</a:t>
            </a:r>
          </a:p>
          <a:p>
            <a:pPr/>
            <a:r>
              <a:t>✓ Residual Risk akzeptiert und dokumentiert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Art. 17 - QMS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✓ Schriftliche Policies vorhanden</a:t>
            </a:r>
          </a:p>
          <a:p>
            <a:pPr lvl="1"/>
            <a:r>
              <a:t>AI Development &amp; Deployment Policy</a:t>
            </a:r>
          </a:p>
          <a:p>
            <a:pPr/>
            <a:r>
              <a:t>✓ Verfahren dokumentiert (SOPs)</a:t>
            </a:r>
          </a:p>
          <a:p>
            <a:pPr lvl="1"/>
            <a:r>
              <a:t>Model Development, Validation, Incident Response</a:t>
            </a:r>
          </a:p>
          <a:p>
            <a:pPr/>
            <a:r>
              <a:t>✓ Nachweise verfügbar (Evidence Log)</a:t>
            </a:r>
          </a:p>
          <a:p>
            <a:pPr lvl="1"/>
            <a:r>
              <a:t>[N] evidence entries, [N] months of documentation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Art. 72 - Post-Market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✓ Monitoring Plan dokumentiert und aktiv</a:t>
            </a:r>
          </a:p>
          <a:p>
            <a:pPr/>
            <a:r>
              <a:t>✓ Systematische Datenerfassung (automated)</a:t>
            </a:r>
          </a:p>
          <a:p>
            <a:pPr/>
            <a:r>
              <a:t>✓ Auswertungsverfahren etabliert</a:t>
            </a:r>
          </a:p>
          <a:p>
            <a:pPr lvl="1"/>
            <a:r>
              <a:t>Weekly performance, monthly bias, daily drift</a:t>
            </a:r>
          </a:p>
          <a:p>
            <a:pPr/>
            <a:r>
              <a:t>✓ Verantwortlichkeiten benannt (RACI)</a:t>
            </a:r>
          </a:p>
          <a:p>
            <a:pPr/>
            <a:r>
              <a:t>✓ Eskalation bei Abweichungen geregelt</a:t>
            </a:r>
          </a:p>
          <a:p>
            <a:pPr lvl="1"/>
            <a:r>
              <a:t>Warning (5d) → Alert (48h) → Critical (24h)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Documentation Completeness:</a:t>
            </a:r>
          </a:p>
          <a:p>
            <a:pPr lvl="1"/>
            <a:r>
              <a:t>AI System Charter: ✓</a:t>
            </a:r>
          </a:p>
          <a:p>
            <a:pPr lvl="1"/>
            <a:r>
              <a:t>AI-FMEA: ✓</a:t>
            </a:r>
          </a:p>
          <a:p>
            <a:pPr lvl="1"/>
            <a:r>
              <a:t>Risk Register: ✓</a:t>
            </a:r>
          </a:p>
          <a:p>
            <a:pPr lvl="1"/>
            <a:r>
              <a:t>QMS Policies &amp; SOPs: ✓</a:t>
            </a:r>
          </a:p>
          <a:p>
            <a:pPr lvl="1"/>
            <a:r>
              <a:t>Monitoring Plan: ✓</a:t>
            </a:r>
          </a:p>
          <a:p>
            <a:pPr lvl="1"/>
            <a:r>
              <a:t>Evidence Log: ✓ ([N] entries)</a:t>
            </a:r>
          </a:p>
          <a:p>
            <a:pPr/>
            <a:r>
              <a:t>Total Documentation: [N] GB, [N] documents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